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4572000" cy="4572000"/>
          </a:xfrm>
          <a:prstGeom prst="arc">
            <a:avLst/>
          </a:prstGeom>
          <a:solidFill>
            <a:srgbClr val="0B0B10">
              <a:alpha val="0"/>
            </a:srgbClr>
          </a:solidFill>
          <a:ln w="38100">
            <a:solidFill>
              <a:srgbClr val="FF473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473E">
              <a:alpha val="85000"/>
            </a:srgbClr>
          </a:solidFill>
          <a:ln w="12700">
            <a:solidFill>
              <a:srgbClr val="FF473E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73152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</a:rPr>
              <a:t>Casper Agentic Buildathon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9FAFB"/>
                </a:solidFill>
              </a:rPr>
              <a:t>CasperSect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58368" y="2267712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A"/>
                </a:solidFill>
              </a:rPr>
              <a:t>Agentic wallet-risk intelligence with verifiable scan records on Casper Testnet.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379476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794760"/>
            <a:ext cx="54864" cy="123444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593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AI Agent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361688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Scores risk, explains behavior, recommends next action.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94760" y="379476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3794760"/>
            <a:ext cx="54864" cy="123444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39593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Casper On-chain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23360" y="4361688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Records scan hash, score, category, and reporter.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379476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3794760"/>
            <a:ext cx="54864" cy="123444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39593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DeFi/RWA Use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0" y="4361688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Counterparty risk layer for wallets, treasuries, issuers.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</a:rPr>
              <a:t>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Wallet users need explainable, verifiable risk signals before interacting.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A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3200400" cy="3017520"/>
          </a:xfrm>
          <a:prstGeom prst="roundRect">
            <a:avLst>
              <a:gd name="adj" fmla="val 2424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54864" cy="301752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190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Raw data is not enough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278892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Users see transactions, hashes, and balances, but not a clear assessment of suspicious wallet behavior.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200400" cy="3017520"/>
          </a:xfrm>
          <a:prstGeom prst="roundRect">
            <a:avLst>
              <a:gd name="adj" fmla="val 2424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554480"/>
            <a:ext cx="54864" cy="301752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7190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Risk signals are fragmented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121408"/>
            <a:ext cx="278892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Security, compliance, DeFi, and RWA teams need one workflow for scoring and evidence.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75320" y="1554480"/>
            <a:ext cx="3200400" cy="3017520"/>
          </a:xfrm>
          <a:prstGeom prst="roundRect">
            <a:avLst>
              <a:gd name="adj" fmla="val 2424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54864" cy="301752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7190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No audit trail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2121408"/>
            <a:ext cx="278892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Off-chain analysis is useful, but it is hard to prove when a scan was generated and what it concluded.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</a:rPr>
              <a:t>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A wallet dashboard that behaves like an autonomous security analyst.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A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54864" cy="141732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904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1. Connect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892808"/>
            <a:ext cx="2423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User connects Casper Wallet or enters a public key.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1880" y="132588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325880"/>
            <a:ext cx="54864" cy="141732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4904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2. Analyze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1892808"/>
            <a:ext cx="2423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Risk engine and AI agent evaluate transaction patterns.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0" y="132588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1325880"/>
            <a:ext cx="54864" cy="141732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4904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3. Explain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12280" y="1892808"/>
            <a:ext cx="2423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Agent returns score, category, flags, and next steps.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555480" y="13258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1325880"/>
            <a:ext cx="54864" cy="141732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0" y="14904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4. Record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84080" y="1892808"/>
            <a:ext cx="1600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Scan evidence is written to Casper Testnet.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97480" y="3794760"/>
            <a:ext cx="6949440" cy="0"/>
          </a:xfrm>
          <a:prstGeom prst="line">
            <a:avLst/>
          </a:prstGeom>
          <a:noFill/>
          <a:ln w="38100">
            <a:solidFill>
              <a:srgbClr val="FF473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971800" y="400507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FAFB"/>
                </a:solidFill>
              </a:rPr>
              <a:t>AI-powered analysis → user-approved on-chain proof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</a:rPr>
              <a:t>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Next.js frontend, Express AI backend, Casper wallet, Odra registry.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A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" cy="146304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Next.js 15 UI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395728"/>
            <a:ext cx="18745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Dashboard, wallet connect, scan results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2560320"/>
            <a:ext cx="594360" cy="0"/>
          </a:xfrm>
          <a:prstGeom prst="line">
            <a:avLst/>
          </a:prstGeom>
          <a:noFill/>
          <a:ln w="25400">
            <a:solidFill>
              <a:srgbClr val="A1A1A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11880" y="18288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828800"/>
            <a:ext cx="54864" cy="146304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Express AI 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2395728"/>
            <a:ext cx="18745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Risk scoring + LLM recommendations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97880" y="2560320"/>
            <a:ext cx="594360" cy="0"/>
          </a:xfrm>
          <a:prstGeom prst="line">
            <a:avLst/>
          </a:prstGeom>
          <a:noFill/>
          <a:ln w="25400">
            <a:solidFill>
              <a:srgbClr val="A1A1A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92240" y="18288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828800"/>
            <a:ext cx="54864" cy="146304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Casper Wallet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0840" y="2395728"/>
            <a:ext cx="18745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User signs approved deploys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2560320"/>
            <a:ext cx="594360" cy="0"/>
          </a:xfrm>
          <a:prstGeom prst="line">
            <a:avLst/>
          </a:prstGeom>
          <a:noFill/>
          <a:ln w="25400">
            <a:solidFill>
              <a:srgbClr val="A1A1A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72600" y="18288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1828800"/>
            <a:ext cx="54864" cy="1463040"/>
          </a:xfrm>
          <a:prstGeom prst="rect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Odra Contract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0" y="2395728"/>
            <a:ext cx="18745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Records scan evidence on Testnet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20240" y="42519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0240" y="4251960"/>
            <a:ext cx="54864" cy="1005840"/>
          </a:xfrm>
          <a:prstGeom prst="rect">
            <a:avLst/>
          </a:prstGeom>
          <a:solidFill>
            <a:srgbClr val="FDB022"/>
          </a:solidFill>
          <a:ln w="12700">
            <a:solidFill>
              <a:srgbClr val="FDB0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8840" y="441655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Evidence model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148840" y="4818888"/>
            <a:ext cx="7818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wallet + risk_score + category + evidence_hash + summary + reporter + timestamp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</a:rPr>
              <a:t>Hackathon Fit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Designed for the Casper Innovation Track criteria.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A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54864" cy="132588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Technical execution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84248"/>
            <a:ext cx="2971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Monorepo with frontend, backend, tests, contract, docs, and deployment guide.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54864" cy="132588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Agentic 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1984248"/>
            <a:ext cx="2971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Risk agent performs analysis, reasoning, and action recommendations.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54864" cy="132588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Working contracts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1984248"/>
            <a:ext cx="2971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Odra scan registry records verification data on Casper Testnet.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2461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246120"/>
            <a:ext cx="54864" cy="132588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4107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Real-world value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813048"/>
            <a:ext cx="2971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Applies to DeFi safety, RWA counterparty checks, and treasury monitoring.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32461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246120"/>
            <a:ext cx="54864" cy="132588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4107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UX &amp; design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3813048"/>
            <a:ext cx="2971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Simple flow from wallet connect to risk scan to on-chain proof.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92440" y="32461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3246120"/>
            <a:ext cx="54864" cy="132588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Launch plan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21040" y="3813048"/>
            <a:ext cx="2971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Roadmap includes CSPR.cloud, MCP, x402 pay-per-scan, and public explorer.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</a:rPr>
              <a:t>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A path from hackathon prototype to Casper ecosystem product.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2A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54864" cy="137160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819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Qualification Round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984248"/>
            <a:ext cx="28803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Deploy contract, record example Testnet scans, publish demo video.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54864" cy="137160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819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Final Round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1984248"/>
            <a:ext cx="28803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Integrate direct chain indexing, Casper MCP workflows, richer AI explanations.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71720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417320"/>
            <a:ext cx="54864" cy="1371600"/>
          </a:xfrm>
          <a:prstGeom prst="rect">
            <a:avLst/>
          </a:prstGeom>
          <a:solidFill>
            <a:srgbClr val="FF473E"/>
          </a:solidFill>
          <a:ln w="12700">
            <a:solidFill>
              <a:srgbClr val="FF47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819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</a:rPr>
              <a:t>Post-hackathon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1984248"/>
            <a:ext cx="28803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Launch scan API, explorer, RWA issuer module, and x402 pay-per-scan model.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3000" y="4663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FAFB"/>
                </a:solidFill>
              </a:rPr>
              <a:t>CasperSect AI makes Casper safer for autonomous DeFi and RWA applications.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CasperSect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CasperSect AI Hackathon Pitch</dc:title>
  <dc:subject>Casper Agentic Buildathon 2026 pitch</dc:subject>
  <dc:creator>CasperSect AI</dc:creator>
  <cp:lastModifiedBy>CasperSect AI</cp:lastModifiedBy>
  <cp:revision>1</cp:revision>
  <dcterms:created xsi:type="dcterms:W3CDTF">2026-07-05T19:58:28Z</dcterms:created>
  <dcterms:modified xsi:type="dcterms:W3CDTF">2026-07-05T19:58:28Z</dcterms:modified>
</cp:coreProperties>
</file>